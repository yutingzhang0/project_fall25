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569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99C054-BEC9-DAE6-09E3-68D044B67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6F1FE74-7BFC-A6D6-6FCE-D1CC2D1BA0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6F2971-3D66-58C5-8754-3FF79966F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BB327-FBFD-4A24-83C6-FA532F3AE633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F50374-AEF8-53A7-AAD2-B8C5C309D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DFC7B6-B236-7D2A-8D13-3E2A5A459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30DC7-8E29-4498-BB0B-3989207FAF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3134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FAB0F4-4FAB-5E71-9F65-C9251F287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0F6ABC-801C-B30A-6121-5ABCABE55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1D0233-3B88-44FC-63E9-CE88D229F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BB327-FBFD-4A24-83C6-FA532F3AE633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981212-5AB5-F3E7-7CB7-702BDCAF9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8D4FFD-2D51-0E0E-E1B4-7C36D486A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30DC7-8E29-4498-BB0B-3989207FAF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80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2C9BFE-5B31-5DA8-C2D8-70A901D76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BE12E9-3E4D-9537-627F-3E90ED78A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E7C286-753F-4BAC-DB66-A71048474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BB327-FBFD-4A24-83C6-FA532F3AE633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9C37B9-1688-7CFA-31CA-D21EDBEFD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27FAC6-985A-6113-6CBE-87F75E50A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30DC7-8E29-4498-BB0B-3989207FAF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9431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302A06-427A-5DE2-165A-0883A6C5E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FC16F1-323A-4A6F-F719-242DE39E69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4BEFB74-6E5E-7D83-6994-650645D3CC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23754AA-6CE8-09A7-7920-13C9ECF69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BB327-FBFD-4A24-83C6-FA532F3AE633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D314A48-BD2C-21A1-4EBB-0A3FF1847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CA1695-6DC1-FBCD-D6A0-51B366069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30DC7-8E29-4498-BB0B-3989207FAF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295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BDDECF-B2E9-B835-BED4-9F3A8BACE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4C7439-2754-234F-87A4-256DBE0BD7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E968D59-8B42-EF12-93A5-133EFCF9A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654F8C9-027B-B693-A8BE-61223C688E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53DD31A-E3A9-BB50-879B-8C6398EDDF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6126C4F-6D05-90AC-231A-68269AB7A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BB327-FBFD-4A24-83C6-FA532F3AE633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F54847D-5A41-F4BA-F4BC-2124964FE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C234A00-7B9D-1A59-17E6-6A7A009A0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30DC7-8E29-4498-BB0B-3989207FAF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3374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7F0630-D674-53AC-ABD4-B09C17DD0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B1FB277-D715-D894-D7C2-C2B3D2378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BB327-FBFD-4A24-83C6-FA532F3AE633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CB52818-A688-0FB4-AC6B-614D06510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EE08D55-689F-CB60-3619-5EE65BB3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30DC7-8E29-4498-BB0B-3989207FAF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2577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E280933-87AB-991C-FC21-D789B849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BB327-FBFD-4A24-83C6-FA532F3AE633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663EBF3-7AC6-1061-7B8C-DADC9C25D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8048FC-DB3B-2E12-381A-7B68454C6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30DC7-8E29-4498-BB0B-3989207FAF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8373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FF8FB9-2705-A173-251C-D71D2F3BB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0EACA6-ADF0-138E-560A-97D745489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A9BA9D-83E1-13A0-22BA-1327B44F5D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B84626B-28D5-B5E1-4EA8-9AC4A01A7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BB327-FBFD-4A24-83C6-FA532F3AE633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6185BAC-5015-E36A-A38F-7B1EF9A96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8137A7-A580-8653-664C-84CBCC2CC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30DC7-8E29-4498-BB0B-3989207FAF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8259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37BB3B-C322-EFAB-BB6E-4591A2E0B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647F8FE-8241-2B11-C91A-60BBDE8896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30AE3D2-7FCF-5643-9988-C2706255E1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1A67E3-AB51-1DBF-E78D-F55AAE2C5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BB327-FBFD-4A24-83C6-FA532F3AE633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F3A3E24-EC1D-FED9-958A-C62E497E3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933798-2186-3787-19BE-373CA2B89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30DC7-8E29-4498-BB0B-3989207FAF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5434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40AA3D-4A00-1C6A-FAA4-715ED1DA5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9F1A685-5CAC-8F6D-DCD6-A7CF85E1FD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FBBB00-0BA2-A99D-147C-FE26C2C3A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BB327-FBFD-4A24-83C6-FA532F3AE633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1707EC-BB03-44CF-DA6C-9838AB0BA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EC5F29-2176-968F-A9F3-B2087F7C9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30DC7-8E29-4498-BB0B-3989207FAF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834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A9A04D7-BE99-7CC9-E4BD-6D17B7DDC9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DE1E585-6AAE-3710-B980-53CFF48792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B7BFD2-B3C7-201D-B135-B9A7385F8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BB327-FBFD-4A24-83C6-FA532F3AE633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7BF536-4BB5-6498-5C7E-256144888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DE5199-B2DB-62C2-6B20-F21C37417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30DC7-8E29-4498-BB0B-3989207FAF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4799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2B48727-0C03-8FA0-E1D8-F4534F9DA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527A845-557C-193E-91AA-9A1D9B10F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0F8CEE-6159-DE2D-7842-1EF465A26F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9BB327-FBFD-4A24-83C6-FA532F3AE633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A7BCAA-ED25-0CFD-DDC8-899A104F0E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EA5B24-1277-0FEE-ED95-DB8EE4E5F5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D30DC7-8E29-4498-BB0B-3989207FAF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752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E201E1-641B-AF62-4C3E-E34DF6B43D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DC590F0-6139-CCBC-C0AD-61160B35D4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 descr="形状&#10;&#10;AI 生成的内容可能不正确。">
            <a:extLst>
              <a:ext uri="{FF2B5EF4-FFF2-40B4-BE49-F238E27FC236}">
                <a16:creationId xmlns:a16="http://schemas.microsoft.com/office/drawing/2014/main" id="{C448068F-9CFC-D10B-F924-D0E77C36E0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87" t="7236" r="38889" b="47478"/>
          <a:stretch>
            <a:fillRect/>
          </a:stretch>
        </p:blipFill>
        <p:spPr>
          <a:xfrm rot="10800000">
            <a:off x="3324497" y="496389"/>
            <a:ext cx="3533503" cy="310564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71BA52B-3518-8253-020F-DEF2F176E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998" y="0"/>
            <a:ext cx="5290459" cy="6858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8F0F4D1-BFFA-1D22-EED7-79E747FD3D7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945"/>
          <a:stretch>
            <a:fillRect/>
          </a:stretch>
        </p:blipFill>
        <p:spPr>
          <a:xfrm>
            <a:off x="3874146" y="874914"/>
            <a:ext cx="5226311" cy="5964236"/>
          </a:xfrm>
          <a:prstGeom prst="rect">
            <a:avLst/>
          </a:prstGeom>
        </p:spPr>
      </p:pic>
      <p:pic>
        <p:nvPicPr>
          <p:cNvPr id="11" name="图片 10" descr="形状, 矩形&#10;&#10;AI 生成的内容可能不正确。">
            <a:extLst>
              <a:ext uri="{FF2B5EF4-FFF2-40B4-BE49-F238E27FC236}">
                <a16:creationId xmlns:a16="http://schemas.microsoft.com/office/drawing/2014/main" id="{3299D2F7-1375-62AE-7281-0349745673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6" t="1086" r="2505" b="3872"/>
          <a:stretch>
            <a:fillRect/>
          </a:stretch>
        </p:blipFill>
        <p:spPr>
          <a:xfrm>
            <a:off x="-1741135" y="669426"/>
            <a:ext cx="5290457" cy="6361612"/>
          </a:xfrm>
          <a:prstGeom prst="rect">
            <a:avLst/>
          </a:prstGeom>
        </p:spPr>
      </p:pic>
      <p:pic>
        <p:nvPicPr>
          <p:cNvPr id="13" name="图片 12" descr="雪山的风景&#10;&#10;AI 生成的内容可能不正确。">
            <a:extLst>
              <a:ext uri="{FF2B5EF4-FFF2-40B4-BE49-F238E27FC236}">
                <a16:creationId xmlns:a16="http://schemas.microsoft.com/office/drawing/2014/main" id="{DFDDA046-F017-5BF2-23F1-F9ABD7FE8B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65960" y="248194"/>
            <a:ext cx="5290457" cy="6361612"/>
          </a:xfrm>
          <a:prstGeom prst="rect">
            <a:avLst/>
          </a:prstGeom>
        </p:spPr>
      </p:pic>
      <p:pic>
        <p:nvPicPr>
          <p:cNvPr id="15" name="图片 14" descr="人穿着戏服&#10;&#10;AI 生成的内容可能不正确。">
            <a:extLst>
              <a:ext uri="{FF2B5EF4-FFF2-40B4-BE49-F238E27FC236}">
                <a16:creationId xmlns:a16="http://schemas.microsoft.com/office/drawing/2014/main" id="{3AA31706-9827-C041-84EC-106570E1CA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02"/>
          <a:stretch>
            <a:fillRect/>
          </a:stretch>
        </p:blipFill>
        <p:spPr>
          <a:xfrm>
            <a:off x="-1348369" y="843122"/>
            <a:ext cx="5290457" cy="6126829"/>
          </a:xfrm>
          <a:prstGeom prst="rect">
            <a:avLst/>
          </a:prstGeom>
        </p:spPr>
      </p:pic>
      <p:pic>
        <p:nvPicPr>
          <p:cNvPr id="17" name="图片 16" descr="图片包含 人, 女人, 穿着, 电话&#10;&#10;AI 生成的内容可能不正确。">
            <a:extLst>
              <a:ext uri="{FF2B5EF4-FFF2-40B4-BE49-F238E27FC236}">
                <a16:creationId xmlns:a16="http://schemas.microsoft.com/office/drawing/2014/main" id="{96C10597-372B-A799-1F4F-32AE8373EB4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17"/>
          <a:stretch>
            <a:fillRect/>
          </a:stretch>
        </p:blipFill>
        <p:spPr>
          <a:xfrm>
            <a:off x="-1346054" y="874914"/>
            <a:ext cx="5290457" cy="6134538"/>
          </a:xfrm>
          <a:prstGeom prst="rect">
            <a:avLst/>
          </a:prstGeom>
        </p:spPr>
      </p:pic>
      <p:pic>
        <p:nvPicPr>
          <p:cNvPr id="19" name="图片 18" descr="穿白色衣服的人&#10;&#10;AI 生成的内容可能不正确。">
            <a:extLst>
              <a:ext uri="{FF2B5EF4-FFF2-40B4-BE49-F238E27FC236}">
                <a16:creationId xmlns:a16="http://schemas.microsoft.com/office/drawing/2014/main" id="{EABF9D6E-685B-DCC9-17E2-BA8F1795042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02"/>
          <a:stretch>
            <a:fillRect/>
          </a:stretch>
        </p:blipFill>
        <p:spPr>
          <a:xfrm>
            <a:off x="-2279618" y="723462"/>
            <a:ext cx="5297113" cy="6134538"/>
          </a:xfrm>
          <a:prstGeom prst="rect">
            <a:avLst/>
          </a:prstGeom>
        </p:spPr>
      </p:pic>
      <p:pic>
        <p:nvPicPr>
          <p:cNvPr id="21" name="图片 20" descr="穿着西装笔挺的男子卡通人物&#10;&#10;AI 生成的内容可能不正确。">
            <a:extLst>
              <a:ext uri="{FF2B5EF4-FFF2-40B4-BE49-F238E27FC236}">
                <a16:creationId xmlns:a16="http://schemas.microsoft.com/office/drawing/2014/main" id="{31E02067-9A8F-D0D4-AC0F-22F0C493838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90"/>
          <a:stretch>
            <a:fillRect/>
          </a:stretch>
        </p:blipFill>
        <p:spPr>
          <a:xfrm>
            <a:off x="-3827417" y="1049131"/>
            <a:ext cx="5290457" cy="6001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747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雨婷 张</dc:creator>
  <cp:lastModifiedBy>雨婷 张</cp:lastModifiedBy>
  <cp:revision>2</cp:revision>
  <dcterms:created xsi:type="dcterms:W3CDTF">2025-11-27T05:31:19Z</dcterms:created>
  <dcterms:modified xsi:type="dcterms:W3CDTF">2025-11-27T22:41:47Z</dcterms:modified>
</cp:coreProperties>
</file>